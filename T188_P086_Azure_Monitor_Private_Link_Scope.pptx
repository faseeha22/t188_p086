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684D3"/>
                </a:solidFill>
                <a:latin typeface="Aptos"/>
              </a:rPr>
              <a:t>AZURE MONITORING • 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D3149"/>
                </a:solidFill>
                <a:latin typeface="Aptos"/>
              </a:rPr>
              <a:t>Azure Monitor Private Link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D3149"/>
                </a:solidFill>
                <a:latin typeface="Aptos"/>
              </a:rPr>
              <a:t>for Isolated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5897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4C5866"/>
                </a:solidFill>
                <a:latin typeface="Aptos"/>
              </a:rPr>
              <a:t>A private connectivity approach for sending Azure Monitor telemetry
without traversing the public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015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684D3"/>
                </a:solidFill>
                <a:latin typeface="Aptos"/>
              </a:rPr>
              <a:t>T188 • P086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67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4C5866"/>
                </a:solidFill>
                <a:latin typeface="Aptos"/>
              </a:rPr>
              <a:t>Monitoring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91271" y="15819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2704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D3149"/>
                </a:solidFill>
                <a:latin typeface="Aptos"/>
              </a:rPr>
              <a:t>AZURE WORKLOADS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01952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C5866"/>
                </a:solidFill>
                <a:latin typeface="Aptos"/>
              </a:rPr>
              <a:t>Telemetry generated by monitored resources.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25712" y="2423160"/>
            <a:ext cx="502920" cy="384048"/>
          </a:xfrm>
          <a:prstGeom prst="downArrow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288036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91271" y="304495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99008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D3149"/>
                </a:solidFill>
                <a:latin typeface="Aptos"/>
              </a:rPr>
              <a:t>PRIVATE LINK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364991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C5866"/>
                </a:solidFill>
                <a:latin typeface="Aptos"/>
              </a:rPr>
              <a:t>Defines the private monitoring boundary.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25712" y="3886200"/>
            <a:ext cx="502920" cy="384048"/>
          </a:xfrm>
          <a:prstGeom prst="downArrow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26679" y="434340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91271" y="450799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445312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D3149"/>
                </a:solidFill>
                <a:latin typeface="Aptos"/>
              </a:rPr>
              <a:t>AZURE 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28032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C5866"/>
                </a:solidFill>
                <a:latin typeface="Aptos"/>
              </a:rPr>
              <a:t>Receives telemetry through private connectivity.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64465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1">
                <a:solidFill>
                  <a:srgbClr val="3684D3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Why isolated telemetry is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project addresses a network-isolation requirement for Azure Monitor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0848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3288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Telemetry may need to be delivered without traversing the public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9659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213055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0848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THE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53288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monitoring architecture must satisfy a private network isolation requirement.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9659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213055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0848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THE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53288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Use Azure Monitor Private Link Scope to define the private connectivity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84D3"/>
                </a:solidFill>
                <a:latin typeface="Aptos"/>
              </a:rPr>
              <a:t>Core 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09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3149"/>
                </a:solidFill>
                <a:latin typeface="Aptos"/>
              </a:rPr>
              <a:t>How can telemetry be sent to Azure Monitor through a controlled private path while avoiding public-internet traversal?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Project objectives and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solution is focused on private telemetry delivery and network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391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9933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01  •  PRIVATE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4709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Send telemetry without traversing the public internet. The monitoring path is intended to remain private.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6792" y="203911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933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02  •  NETWORK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41448"/>
            <a:ext cx="4709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Meet a network isolation requirement by placing the monitoring connectivity inside the intended private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605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3251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SUCCESS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727448"/>
            <a:ext cx="4709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Telemetry follows the intended private connectivity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605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3251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DESIGN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27448"/>
            <a:ext cx="4709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Connectivity, scope association, and validation must be 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What is Azure Monitor Private Link Scope?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A Private Link Scope provides the logical boundary used to connect Azure Monitor resources through Azure Private 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40487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MONITORED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19659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VMs / applications / services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2532888"/>
            <a:ext cx="594360" cy="411480"/>
          </a:xfrm>
          <a:prstGeom prst="rightArrow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224028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42231" y="240487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3591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07208"/>
            <a:ext cx="22860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access point in the VNet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03720" y="2532888"/>
            <a:ext cx="594360" cy="411480"/>
          </a:xfrm>
          <a:prstGeom prst="rightArrow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35240" y="224028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9831" y="240487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23591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LINK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807208"/>
            <a:ext cx="27889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Logical monitoring connectivity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84D3"/>
                </a:solidFill>
                <a:latin typeface="Aptos"/>
              </a:rPr>
              <a:t>The key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3708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3149"/>
                </a:solidFill>
                <a:latin typeface="Aptos"/>
              </a:rPr>
              <a:t>Instead of relying on a public route, the monitoring path is associated with a private connectivity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High-level private telemetry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architecture connects monitoring resources to Azure Monitor through a private endpoint and Private Link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4963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AZURE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Generates telemetry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97480" y="2578608"/>
            <a:ext cx="502920" cy="384048"/>
          </a:xfrm>
          <a:prstGeom prst="rightArrow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074920" y="2578608"/>
            <a:ext cx="502920" cy="384048"/>
          </a:xfrm>
          <a:prstGeom prst="rightArrow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52360" y="2578608"/>
            <a:ext cx="502920" cy="384048"/>
          </a:xfrm>
          <a:prstGeom prst="rightArrow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10712" y="24963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1" y="245059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VNET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986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88152" y="249631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245059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986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33172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65592" y="24963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245059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LINK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9864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Monitoring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4963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684D3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79476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94192" y="395935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913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AZURE 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36168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Telemetry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3149"/>
                </a:solidFill>
                <a:latin typeface="Aptos"/>
              </a:rPr>
              <a:t>Design principle: keep the telemetry path private and explicitly scoped.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Core configuration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configuration must be complete enough to prevent unintended public connectivity.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0391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LINK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Defines the logical scope for private monitoring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6792" y="203911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933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4144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Provides private access from the VNet to the scoped monitoring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336499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319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WORKSPACE ASSOCIATION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Workspaces must be associated consistently with the intended private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004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336499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3319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DNS / NAME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connectivity depends on resolving the service through the intended private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7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1" y="4690871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6451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NETWORK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93207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VNet, subnet and endpoint configuration must permit the required traffic.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26279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4690871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6451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93207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Confirm telemetry uses the intended private route rather than a public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How telemetry reaches Azure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flow below shows the intended path from a monitored resource to the monitoring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TRAFFIC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9765"/>
                </a:solidFill>
                <a:latin typeface="Aptos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124712" y="2423160"/>
            <a:ext cx="640080" cy="640080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5694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4107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13048"/>
            <a:ext cx="1600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Resource produces telemetry.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78608" y="2615184"/>
            <a:ext cx="320040" cy="274320"/>
          </a:xfrm>
          <a:prstGeom prst="rightArrow">
            <a:avLst/>
          </a:prstGeom>
          <a:solidFill>
            <a:srgbClr val="4C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7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684D3"/>
                </a:solidFill>
                <a:latin typeface="Aptos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3456432" y="2423160"/>
            <a:ext cx="640080" cy="640080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5694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39" y="32461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9232" y="34107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1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RESOLVE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39" y="3813048"/>
            <a:ext cx="1600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name resolution identifies the private endpoint.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10327" y="2615184"/>
            <a:ext cx="320040" cy="274320"/>
          </a:xfrm>
          <a:prstGeom prst="rightArrow">
            <a:avLst/>
          </a:prstGeom>
          <a:solidFill>
            <a:srgbClr val="4C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7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E60B9"/>
                </a:solidFill>
                <a:latin typeface="Aptos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5788151" y="2423160"/>
            <a:ext cx="640080" cy="640080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1" y="25694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59" y="32461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30951" y="34107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5271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3813048"/>
            <a:ext cx="1600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Traffic enters the private connectivity path.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242048" y="2615184"/>
            <a:ext cx="320040" cy="274320"/>
          </a:xfrm>
          <a:prstGeom prst="rightArrow">
            <a:avLst/>
          </a:prstGeom>
          <a:solidFill>
            <a:srgbClr val="4C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AE9A"/>
                </a:solidFill>
                <a:latin typeface="Aptos"/>
              </a:rPr>
              <a:t>04</a:t>
            </a:r>
          </a:p>
        </p:txBody>
      </p:sp>
      <p:sp>
        <p:nvSpPr>
          <p:cNvPr id="33" name="Oval 32"/>
          <p:cNvSpPr/>
          <p:nvPr/>
        </p:nvSpPr>
        <p:spPr>
          <a:xfrm>
            <a:off x="8119871" y="2423160"/>
            <a:ext cx="640080" cy="640080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1" y="25694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461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62671" y="341071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813048"/>
            <a:ext cx="1600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Link Scope provides the monitoring boundary.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573767" y="2615184"/>
            <a:ext cx="320040" cy="274320"/>
          </a:xfrm>
          <a:prstGeom prst="rightArrow">
            <a:avLst/>
          </a:prstGeom>
          <a:solidFill>
            <a:srgbClr val="4C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8168" y="1993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79FDE"/>
                </a:solidFill>
                <a:latin typeface="Aptos"/>
              </a:rPr>
              <a:t>05</a:t>
            </a:r>
          </a:p>
        </p:txBody>
      </p:sp>
      <p:sp>
        <p:nvSpPr>
          <p:cNvPr id="41" name="Oval 40"/>
          <p:cNvSpPr/>
          <p:nvPr/>
        </p:nvSpPr>
        <p:spPr>
          <a:xfrm>
            <a:off x="10451592" y="2423160"/>
            <a:ext cx="640080" cy="640080"/>
          </a:xfrm>
          <a:prstGeom prst="ellipse">
            <a:avLst/>
          </a:prstGeom>
          <a:solidFill>
            <a:srgbClr val="579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51592" y="25694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9800" y="32461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94392" y="3410712"/>
            <a:ext cx="146304" cy="146304"/>
          </a:xfrm>
          <a:prstGeom prst="ellipse">
            <a:avLst/>
          </a:prstGeom>
          <a:solidFill>
            <a:srgbClr val="579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2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MONITOR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813048"/>
            <a:ext cx="16002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Azure Monitor receives the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Bottlenecks students may encounter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supplied problem statement highlights two important configuration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391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99339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01  •  PRIVATE LINK SCOPE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4800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Link Scope configuration affects all workspaces connected to the scope. A change in the scope can therefore have a wider impact than a single workspace.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4224" y="20391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9339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02  •  PARTIAL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41448"/>
            <a:ext cx="4800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A partial configuration can silently fall back to public connectivity, which can violate the intended isolation requirement.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84D3"/>
                </a:solidFill>
                <a:latin typeface="Aptos"/>
              </a:rPr>
              <a:t>Practical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754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C5866"/>
                </a:solidFill>
                <a:latin typeface="Aptos"/>
              </a:rPr>
              <a:t>• Verify every intended workspace is correctly associated
• Verify private endpoint and DNS configuration
• Validate telemetry path and confirm public fallback is not being 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Security and isolation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project should verify both configuration correctness and the resulting telemetry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199339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Telemetry follows the intended private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6792" y="199339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SCOPE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Workspace associations match the intended Private Link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331927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NETWORK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2160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Only the required VNet/subnet connectivity is exposed.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331927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FALLBACK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2160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No unintended public route is used for isolated telemetry.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1" y="4645152"/>
            <a:ext cx="146304" cy="146304"/>
          </a:xfrm>
          <a:prstGeom prst="ellipse">
            <a:avLst/>
          </a:prstGeom>
          <a:solidFill>
            <a:srgbClr val="579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4748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Use Azure Monitor to validate the expected telemetry 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4805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464515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599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47488"/>
            <a:ext cx="470916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Record scope, workspace associations and network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A practical sequence for building and validating the isolated telemetry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0391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01  DEFINE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Identify the telemetry that must avoid public-internet traversal.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20391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9933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02  PREPARE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414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Create or select the VNet, subnet and private endpoint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87451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1" y="203911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9933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03  CONFIGURE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414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Create the Private Link Scope and define workspace associations.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867911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04  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702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Establish the private endpoint and required name resolution.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3867911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05 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702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Send telemetry and verify the expected private path.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1311" y="3867911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06  CHECK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270248"/>
            <a:ext cx="2880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Test for incomplete configuration and unintended public connectivity.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Testing and validation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final check should prove that telemetry is delivered through the intended isolated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9377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199339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4767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VALIDATION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480560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5866"/>
                </a:solidFill>
                <a:latin typeface="Aptos"/>
              </a:rPr>
              <a:t>1. Confirm the Private Link Scope exists.
2. Confirm intended workspaces are associated.
3. Confirm the private endpoint is connected.
4. Confirm private DNS/name resolution is correct.
5. Generate telemetry from a monitored resource.
6. Verify the expected private connectivity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828800"/>
            <a:ext cx="5440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62472" y="1993392"/>
            <a:ext cx="146304" cy="146304"/>
          </a:xfrm>
          <a:prstGeom prst="ellipse">
            <a:avLst/>
          </a:prstGeom>
          <a:solidFill>
            <a:srgbClr val="EF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47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IF TELEMETRY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95728"/>
            <a:ext cx="4983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Check workspace association, endpoint state, DNS resolution and network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474720"/>
            <a:ext cx="5440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2472" y="36393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935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IF PUBLIC FALLBACK OCCURS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41648"/>
            <a:ext cx="4983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Review incomplete scope configuration, workspace association and private connectivity settings.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5120640"/>
            <a:ext cx="5440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62472" y="5285231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5239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687568"/>
            <a:ext cx="49834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866"/>
                </a:solidFill>
                <a:latin typeface="Aptos"/>
              </a:rPr>
              <a:t>Telemetry is available while the intended isolation requirement is maintained.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F9765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3149"/>
                </a:solidFill>
                <a:latin typeface="Aptos"/>
              </a:rPr>
              <a:t>Conclusion and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Private Link Scope provides the project framework for isolated Azure Monitor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C5866"/>
                </a:solidFill>
                <a:latin typeface="Aptos"/>
              </a:rPr>
              <a:t>AZURE MONITOR  •  PRIVATE CONNECTIVITY  •  CLOUD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3684D3"/>
                </a:solidFill>
                <a:latin typeface="Aptos"/>
              </a:rP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39112"/>
            <a:ext cx="146304" cy="146304"/>
          </a:xfrm>
          <a:prstGeom prst="ellipse">
            <a:avLst/>
          </a:prstGeom>
          <a:solidFill>
            <a:srgbClr val="368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993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PRIVATE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29260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target use case is to send telemetry without traversing the public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2039112"/>
            <a:ext cx="146304" cy="146304"/>
          </a:xfrm>
          <a:prstGeom prst="ellipse">
            <a:avLst/>
          </a:prstGeom>
          <a:solidFill>
            <a:srgbClr val="4AA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1993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NETWORK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29260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The architecture is designed around a private monitoring connectivity requirement.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2039112"/>
            <a:ext cx="146304" cy="146304"/>
          </a:xfrm>
          <a:prstGeom prst="ellipse">
            <a:avLst/>
          </a:prstGeom>
          <a:solidFill>
            <a:srgbClr val="7E6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93391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3149"/>
                </a:solidFill>
                <a:latin typeface="Aptos"/>
              </a:rPr>
              <a:t>CONFIGURATION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441448"/>
            <a:ext cx="29260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C5866"/>
                </a:solidFill>
                <a:latin typeface="Aptos"/>
              </a:rPr>
              <a:t>Scope-wide configuration and public fallback are the main risks identified in the problem statement.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684D3"/>
                </a:solidFill>
                <a:latin typeface="Aptos"/>
              </a:rPr>
              <a:t>T188  •  P086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D3149"/>
                </a:solidFill>
                <a:latin typeface="Aptos"/>
              </a:rPr>
              <a:t>PRIVATE TELEMETRY  →  PRIVATE LINK SCOPE  →  AZURE 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5866"/>
                </a:solidFill>
                <a:latin typeface="Aptos"/>
              </a:rPr>
              <a:t>Monitoring Security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Point-to-Site VPN for Remote Administrator Access</dc:title>
  <dc:subject>College presentation with pleasant professional design</dc:subject>
  <dc:creator>Student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